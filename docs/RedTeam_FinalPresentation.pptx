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7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B55DC8-59C1-4422-8963-43EAB87E3EF1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527E3E-9539-4AF8-B159-7F696AA3E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26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4BE84-6BC0-C80F-FF97-07D4BA675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3DDDE4-3913-1DFD-1C0F-B950F5671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E88CA-2F0D-74F0-0D59-06B7B0249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74C67-210C-41BE-8FD0-66CB39A79F6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CE29C-F0F5-563A-2B29-CBBEF649E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34342-49CF-F017-700B-AF0ECFB23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C465-6A48-4458-BCD1-582092F9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30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6647C-2F3E-FB25-D409-9987A57C0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BA5CD-EE5B-0C2A-5015-71B3C9C21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F3140-53E9-9771-785F-A1D11888F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74C67-210C-41BE-8FD0-66CB39A79F6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E1791-0B65-1AFB-89F0-E4BBEB5F6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F36D0-20FC-6685-6EA4-694FC0920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C465-6A48-4458-BCD1-582092F9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44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28C37-1538-4129-7AEE-3373DADEA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3781F-039B-C4ED-0DAF-DDBB02B1E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9A313-E9BC-6BF2-A2BB-7AD19A554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74C67-210C-41BE-8FD0-66CB39A79F6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B1FE2-6DFB-D193-BFF3-12C58475E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695F3-FE73-EB63-B41D-CBBA37264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C465-6A48-4458-BCD1-582092F9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423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467A-30A1-8CD3-4981-FA4D0D5AC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F52E3-473B-1455-A7A8-3579189844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0B7302-DBB0-5B10-9D6E-365EAE2AE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378F2-9CCF-7025-7482-7EE2B28A3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74C67-210C-41BE-8FD0-66CB39A79F6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DC63A-CF9A-D0FE-B9A1-72AEEEF0F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2B18C-B003-1E79-6B85-D29300434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C465-6A48-4458-BCD1-582092F9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0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37120-BD80-8B54-C65A-A00AAD6F3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C0A7A-E029-99A5-8494-A8A6D03F2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FED38D-2F2A-F49C-7CB4-A31DA6FC8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F8FA8-9ABD-4C1F-071A-50E2F3B2E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B34047-E9A2-E7C6-5224-713190785F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40F497-77D3-98AE-3D7C-2C6A26FA9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74C67-210C-41BE-8FD0-66CB39A79F6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18C03E-09DA-CA59-E539-82C8C670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148240-9426-359F-6BEC-FE9DB47D4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C465-6A48-4458-BCD1-582092F9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5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605CD-0BA6-29A1-DA8C-2551E45F5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0483B-52EA-FA6B-F29F-971AEDC07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74C67-210C-41BE-8FD0-66CB39A79F6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108A0-0C01-5D06-0D8A-D4508CC7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07C6F4-996F-771E-2C8E-3FAEFA346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C465-6A48-4458-BCD1-582092F9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90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DD6EB9-4348-E376-53BD-D800C257E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74C67-210C-41BE-8FD0-66CB39A79F6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79FC11-4643-7A07-854E-E2A58B49F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FA18B-EBE8-41A5-119D-7760C3F8E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C465-6A48-4458-BCD1-582092F9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0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B0ED2-E868-DAAB-7965-89CBE5141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9384E-E32D-5784-7DF2-E49241741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AFC2A-DA45-E350-6A8C-9502FF137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3883D-F1AD-E775-68E2-632B5D342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74C67-210C-41BE-8FD0-66CB39A79F6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FB813-E82D-0558-CFE0-5D72903B9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C76B4-B7ED-190A-780D-03B088BF9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C465-6A48-4458-BCD1-582092F9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343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24462-ACA9-E27A-F97D-CC420C078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6979EA-6E46-ABF1-D573-BD953E531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0F6A5-2D1E-7924-EE99-5C16EDFA3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ECAB7-3BFF-90BE-303A-966EEEF2A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74C67-210C-41BE-8FD0-66CB39A79F6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08221-F965-9C2B-DC32-DB5549AC1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23D2F1-94A4-02F7-E375-258A103D5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C465-6A48-4458-BCD1-582092F9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9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CD7D1-6631-9C92-CB98-53A733FFC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BE78FA-1EBD-D7BC-9D46-AF26CCAFDF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AC9AB-9BAC-5AFE-1683-1E2B191F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74C67-210C-41BE-8FD0-66CB39A79F6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0A3B4-B7AA-881B-D594-C436B8523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FADCD-01FD-2885-F45E-0E184A25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C465-6A48-4458-BCD1-582092F9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3E5A12-5927-5BB6-7D18-A104093B61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72C564-D574-385D-983E-59AC256AB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28114-2121-35FB-BC4C-9C063AC06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74C67-210C-41BE-8FD0-66CB39A79F6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6E784-528F-D060-9B0C-90D08C4CC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194B9-D914-76CB-7E9C-34842B3B1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C465-6A48-4458-BCD1-582092F9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73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211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8CA4A8-E197-1689-99E3-6F805B043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47740-5950-DAE1-4B8C-EAD0F4F80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3CFC0-D49B-3FD3-C6BB-EEBC710CEA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E74C67-210C-41BE-8FD0-66CB39A79F6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D34FA-28AC-8413-1D69-5CEB9CE5D7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06004-A6D5-5615-EB46-FA1A2FEF6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8EC465-6A48-4458-BCD1-582092F9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2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Cloud Time Laps Outdoors">
            <a:extLst>
              <a:ext uri="{FF2B5EF4-FFF2-40B4-BE49-F238E27FC236}">
                <a16:creationId xmlns:a16="http://schemas.microsoft.com/office/drawing/2014/main" id="{3B1163FB-19C7-19C3-2CD3-0303BC13ED5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71567A-C691-983B-2C4B-22952FA18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Moffat Bay Lodge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0F6B99-46E0-4F2D-A9E2-45329C7261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400" b="1" dirty="0">
                <a:solidFill>
                  <a:srgbClr val="FFFFFF"/>
                </a:solidFill>
              </a:rPr>
              <a:t>Red Team: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400" b="1" dirty="0">
                <a:solidFill>
                  <a:srgbClr val="FFFFFF"/>
                </a:solidFill>
              </a:rPr>
              <a:t>Brayan Covarrubias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400" b="1" dirty="0">
                <a:solidFill>
                  <a:srgbClr val="FFFFFF"/>
                </a:solidFill>
              </a:rPr>
              <a:t>Matthew Rozendaal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400" b="1" dirty="0" err="1">
                <a:solidFill>
                  <a:srgbClr val="FFFFFF"/>
                </a:solidFill>
              </a:rPr>
              <a:t>Rashai</a:t>
            </a:r>
            <a:r>
              <a:rPr lang="en-US" sz="1400" b="1" dirty="0">
                <a:solidFill>
                  <a:srgbClr val="FFFFFF"/>
                </a:solidFill>
              </a:rPr>
              <a:t> Robertson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400" b="1" dirty="0">
                <a:solidFill>
                  <a:srgbClr val="FFFFFF"/>
                </a:solidFill>
              </a:rPr>
              <a:t>Tiffany Davidson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A9F4B8-5C24-C848-DC65-39AA1C5DFD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029" y="71460"/>
            <a:ext cx="5485265" cy="316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94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6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20D5D19D-0789-4518-B5DC-D47ADF69D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113810" y="3130041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>
                <a:latin typeface="+mj-lt"/>
                <a:ea typeface="+mj-ea"/>
                <a:cs typeface="+mj-cs"/>
              </a:rPr>
              <a:t>Landing Page</a:t>
            </a:r>
            <a:endParaRPr lang="en-US" sz="5400">
              <a:latin typeface="+mj-lt"/>
              <a:ea typeface="+mj-ea"/>
              <a:cs typeface="+mj-cs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9690EC7B-869C-1204-528A-8B2A6FE4CA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71" b="-2"/>
          <a:stretch>
            <a:fillRect/>
          </a:stretch>
        </p:blipFill>
        <p:spPr>
          <a:xfrm>
            <a:off x="5922492" y="666728"/>
            <a:ext cx="5536001" cy="54657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About Page</a:t>
            </a: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08BEFA-E6C8-D36C-2F80-E03E37A87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879" y="578738"/>
            <a:ext cx="2764392" cy="56705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Rooms &amp; Pricing</a:t>
            </a: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C452F3-53E5-9DF7-9E1C-A0F11F68F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409" y="578738"/>
            <a:ext cx="2679333" cy="56705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113810" y="2960716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Attractions Page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A6820E-DC0B-EE6C-E288-2BCD50180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252" y="666728"/>
            <a:ext cx="3238480" cy="54657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3BEF5D-816D-4F51-A029-0243943F4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22898" y="576263"/>
            <a:ext cx="3881313" cy="29676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>
                <a:latin typeface="+mj-lt"/>
                <a:ea typeface="+mj-ea"/>
                <a:cs typeface="+mj-cs"/>
              </a:rPr>
              <a:t>Login Page</a:t>
            </a:r>
            <a:endParaRPr lang="en-US" sz="4800"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B28AF7-65F2-B20F-A1BB-8C8236D5E7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3" b="-1"/>
          <a:stretch>
            <a:fillRect/>
          </a:stretch>
        </p:blipFill>
        <p:spPr>
          <a:xfrm>
            <a:off x="5927650" y="680965"/>
            <a:ext cx="5434927" cy="543244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85EE6CD-C61E-4F22-9787-1ADF1D3EB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1367774" y="678699"/>
            <a:ext cx="823464" cy="54347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D28AB17-F6FA-4C53-B3E3-D0A39D4A3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EFADC67-92A1-44FB-8691-D8CD71A21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99609" y="679731"/>
            <a:ext cx="4171994" cy="37365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Register Page</a:t>
            </a:r>
            <a:endParaRPr lang="en-US" sz="6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C48EBA-423A-9740-7EC5-2CFD9C897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720" y="557360"/>
            <a:ext cx="4914533" cy="56327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3BEF5D-816D-4F51-A029-0243943F4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22898" y="576263"/>
            <a:ext cx="3881313" cy="29676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>
                <a:latin typeface="+mj-lt"/>
                <a:ea typeface="+mj-ea"/>
                <a:cs typeface="+mj-cs"/>
              </a:rPr>
              <a:t>Book Your Stay Prototype</a:t>
            </a:r>
            <a:endParaRPr lang="en-US" sz="4800"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82C1BD-0A0C-2CE5-4B3D-D822C58633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19786"/>
          <a:stretch>
            <a:fillRect/>
          </a:stretch>
        </p:blipFill>
        <p:spPr>
          <a:xfrm>
            <a:off x="5927650" y="680965"/>
            <a:ext cx="5434927" cy="543244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85EE6CD-C61E-4F22-9787-1ADF1D3EB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1367774" y="678699"/>
            <a:ext cx="823464" cy="54347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D28AB17-F6FA-4C53-B3E3-D0A39D4A3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EFADC67-92A1-44FB-8691-D8CD71A21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113810" y="2960716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Reservation Summary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A41802-9113-71FF-9FB8-242C476A7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492" y="818463"/>
            <a:ext cx="5536001" cy="5162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0D5D19D-0789-4518-B5DC-D47ADF69D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113810" y="3130041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>
                <a:latin typeface="+mj-lt"/>
                <a:ea typeface="+mj-ea"/>
                <a:cs typeface="+mj-cs"/>
              </a:rPr>
              <a:t>Reservation Lookup</a:t>
            </a:r>
            <a:endParaRPr lang="en-US" sz="5400">
              <a:latin typeface="+mj-lt"/>
              <a:ea typeface="+mj-ea"/>
              <a:cs typeface="+mj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17455A-23DA-C721-104F-41195CDFB5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3" r="14769" b="1"/>
          <a:stretch>
            <a:fillRect/>
          </a:stretch>
        </p:blipFill>
        <p:spPr>
          <a:xfrm>
            <a:off x="5922492" y="666728"/>
            <a:ext cx="5536001" cy="54657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44</Words>
  <Application>Microsoft Office PowerPoint</Application>
  <PresentationFormat>Widescreen</PresentationFormat>
  <Paragraphs>24</Paragraphs>
  <Slides>10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Helvetica Neue Medium</vt:lpstr>
      <vt:lpstr>Office Theme</vt:lpstr>
      <vt:lpstr>Moffat Bay Lodge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rozendaal</dc:creator>
  <cp:lastModifiedBy>Tiffany Davidson</cp:lastModifiedBy>
  <cp:revision>3</cp:revision>
  <dcterms:created xsi:type="dcterms:W3CDTF">2026-09-22T01:52:23Z</dcterms:created>
  <dcterms:modified xsi:type="dcterms:W3CDTF">2026-10-04T02:33:24Z</dcterms:modified>
</cp:coreProperties>
</file>